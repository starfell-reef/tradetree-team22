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f8c879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bf8c879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f8c879c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f8c879c1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bf8c879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bf8c879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bf8c879c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bf8c879c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f8c879c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bf8c879c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bf8c879c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bf8c879c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bf8c879c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bf8c879c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TradeTree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Team 22: Galileo Black and Jacob Edwards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TradeTree?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Website that allows the trading of goods and or services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users to create an account</a:t>
            </a:r>
            <a:endParaRPr/>
          </a:p>
          <a:p>
            <a:pPr marL="9144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Once created, user can list and interact with other listings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Listings of items or services by others offering to trade for another item or service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a messaging system to allow users to contact and message each other to discuss trade and meeting agreements.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Profiles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219456" y="1152475"/>
            <a:ext cx="85206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list and remove listings they create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Leave reviews with a star rating of another user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Tickets (problems or reports) to admins</a:t>
            </a:r>
            <a:endParaRPr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Able to see the tickets that only they made</a:t>
            </a:r>
            <a:endParaRPr/>
          </a:p>
          <a:p>
            <a:pPr marL="9144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that the ticket is about will not know about the ticket until after the investigation is finished</a:t>
            </a:r>
            <a:endParaRPr/>
          </a:p>
          <a:p>
            <a:pPr marL="1371600" lvl="2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user the ticket was created about will never know who created the ticket against them to prevent conflicts or retaliations.</a:t>
            </a:r>
            <a:endParaRPr/>
          </a:p>
          <a:p>
            <a:pPr marL="914400" lvl="1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users will be notified regarding what the verdict is and what (if any) actions will be taken</a:t>
            </a:r>
            <a:endParaRPr/>
          </a:p>
          <a:p>
            <a:pPr marL="91440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descr="Beautify as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7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 Profiles</a:t>
            </a:r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 to remove or edit all listings made in the marketplace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 to all tickets made by all users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exception are tickets made about that specific admins to prevent tampering of evidence or abuse of power.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the same functions and permissions users have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Gets a report of usage statistics at end of month</a:t>
            </a:r>
            <a:endParaRPr/>
          </a:p>
          <a:p>
            <a:pPr marL="45720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just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Admins are roles given to an already made user account that is trusted and monitored by others in the role. </a:t>
            </a:r>
            <a:endParaRPr/>
          </a:p>
          <a:p>
            <a:pPr marL="13716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an admin abuses power, the role will be revoked or suspended based on infraction.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 descr="i still want it to be beautified, just not so much going on with too many graphics ins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we will transition into the live prototype demo of our site…</a:t>
            </a:r>
            <a:endParaRPr/>
          </a:p>
        </p:txBody>
      </p:sp>
      <p:sp>
        <p:nvSpPr>
          <p:cNvPr id="94" name="Google Shape;94;p20"/>
          <p:cNvSpPr/>
          <p:nvPr/>
        </p:nvSpPr>
        <p:spPr>
          <a:xfrm>
            <a:off x="2925450" y="3233425"/>
            <a:ext cx="3293100" cy="1332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On-screen Show (16:9)</PresentationFormat>
  <Paragraphs>27</Paragraphs>
  <Slides>8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TradeTree</vt:lpstr>
      <vt:lpstr>What is TradeTree?</vt:lpstr>
      <vt:lpstr>PowerPoint Presentation</vt:lpstr>
      <vt:lpstr>User Profiles</vt:lpstr>
      <vt:lpstr>PowerPoint Presentation</vt:lpstr>
      <vt:lpstr>Admin Profiles</vt:lpstr>
      <vt:lpstr>PowerPoint Presentation</vt:lpstr>
      <vt:lpstr>Now, we will transition into the live prototype demo of our site…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Jacob Edwards</dc:creator>
  <cp:lastModifiedBy>Jacob Edwards</cp:lastModifiedBy>
  <cp:revision>1</cp:revision>
  <dcterms:modified xsi:type="dcterms:W3CDTF">2026-09-24T15:48:04Z</dcterms:modified>
</cp:coreProperties>
</file>